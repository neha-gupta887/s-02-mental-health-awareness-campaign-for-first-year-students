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Canva Sans Bold" charset="1" panose="020B0803030501040103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3319" y="97492"/>
            <a:ext cx="18045408" cy="10150542"/>
          </a:xfrm>
          <a:custGeom>
            <a:avLst/>
            <a:gdLst/>
            <a:ahLst/>
            <a:cxnLst/>
            <a:rect r="r" b="b" t="t" l="l"/>
            <a:pathLst>
              <a:path h="10150542" w="18045408">
                <a:moveTo>
                  <a:pt x="0" y="0"/>
                </a:moveTo>
                <a:lnTo>
                  <a:pt x="18045408" y="0"/>
                </a:lnTo>
                <a:lnTo>
                  <a:pt x="18045408" y="10150542"/>
                </a:lnTo>
                <a:lnTo>
                  <a:pt x="0" y="101505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5967" y="1028700"/>
            <a:ext cx="10485215" cy="8919008"/>
          </a:xfrm>
          <a:custGeom>
            <a:avLst/>
            <a:gdLst/>
            <a:ahLst/>
            <a:cxnLst/>
            <a:rect r="r" b="b" t="t" l="l"/>
            <a:pathLst>
              <a:path h="8919008" w="10485215">
                <a:moveTo>
                  <a:pt x="0" y="0"/>
                </a:moveTo>
                <a:lnTo>
                  <a:pt x="10485215" y="0"/>
                </a:lnTo>
                <a:lnTo>
                  <a:pt x="10485215" y="8919008"/>
                </a:lnTo>
                <a:lnTo>
                  <a:pt x="0" y="89190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2122899" y="13942"/>
            <a:ext cx="17017584" cy="122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</a:pPr>
            <a:r>
              <a:rPr lang="en-US" sz="710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University Counselling Cell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9450" y="2405834"/>
            <a:ext cx="15989850" cy="6661309"/>
          </a:xfrm>
          <a:custGeom>
            <a:avLst/>
            <a:gdLst/>
            <a:ahLst/>
            <a:cxnLst/>
            <a:rect r="r" b="b" t="t" l="l"/>
            <a:pathLst>
              <a:path h="6661309" w="15989850">
                <a:moveTo>
                  <a:pt x="0" y="0"/>
                </a:moveTo>
                <a:lnTo>
                  <a:pt x="15989850" y="0"/>
                </a:lnTo>
                <a:lnTo>
                  <a:pt x="15989850" y="6661309"/>
                </a:lnTo>
                <a:lnTo>
                  <a:pt x="0" y="66613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69450" y="347470"/>
            <a:ext cx="9148546" cy="121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  <a:spcBef>
                <a:spcPct val="0"/>
              </a:spcBef>
            </a:pPr>
            <a:r>
              <a:rPr lang="en-US" b="true" sz="710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Counselling Services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661425"/>
            <a:ext cx="16854933" cy="7596875"/>
          </a:xfrm>
          <a:custGeom>
            <a:avLst/>
            <a:gdLst/>
            <a:ahLst/>
            <a:cxnLst/>
            <a:rect r="r" b="b" t="t" l="l"/>
            <a:pathLst>
              <a:path h="7596875" w="16854933">
                <a:moveTo>
                  <a:pt x="0" y="0"/>
                </a:moveTo>
                <a:lnTo>
                  <a:pt x="16854933" y="0"/>
                </a:lnTo>
                <a:lnTo>
                  <a:pt x="16854933" y="7596875"/>
                </a:lnTo>
                <a:lnTo>
                  <a:pt x="0" y="75968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82443"/>
            <a:ext cx="11379777" cy="121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53"/>
              </a:lnSpc>
              <a:spcBef>
                <a:spcPct val="0"/>
              </a:spcBef>
            </a:pPr>
            <a:r>
              <a:rPr lang="en-US" b="true" sz="710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Mental Health Workshops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4485"/>
            <a:ext cx="11439636" cy="9365784"/>
          </a:xfrm>
          <a:custGeom>
            <a:avLst/>
            <a:gdLst/>
            <a:ahLst/>
            <a:cxnLst/>
            <a:rect r="r" b="b" t="t" l="l"/>
            <a:pathLst>
              <a:path h="9365784" w="11439636">
                <a:moveTo>
                  <a:pt x="0" y="0"/>
                </a:moveTo>
                <a:lnTo>
                  <a:pt x="11439636" y="0"/>
                </a:lnTo>
                <a:lnTo>
                  <a:pt x="11439636" y="9365784"/>
                </a:lnTo>
                <a:lnTo>
                  <a:pt x="0" y="9365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1486" y="2732780"/>
            <a:ext cx="10939632" cy="5886890"/>
          </a:xfrm>
          <a:custGeom>
            <a:avLst/>
            <a:gdLst/>
            <a:ahLst/>
            <a:cxnLst/>
            <a:rect r="r" b="b" t="t" l="l"/>
            <a:pathLst>
              <a:path h="5886890" w="10939632">
                <a:moveTo>
                  <a:pt x="0" y="0"/>
                </a:moveTo>
                <a:lnTo>
                  <a:pt x="10939632" y="0"/>
                </a:lnTo>
                <a:lnTo>
                  <a:pt x="10939632" y="5886889"/>
                </a:lnTo>
                <a:lnTo>
                  <a:pt x="0" y="58868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36193" y="155317"/>
            <a:ext cx="4617686" cy="1422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639"/>
              </a:lnSpc>
            </a:pPr>
            <a:r>
              <a:rPr lang="en-US" b="true" sz="831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VS CODE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175171" y="3039103"/>
            <a:ext cx="5471366" cy="3588273"/>
          </a:xfrm>
          <a:custGeom>
            <a:avLst/>
            <a:gdLst/>
            <a:ahLst/>
            <a:cxnLst/>
            <a:rect r="r" b="b" t="t" l="l"/>
            <a:pathLst>
              <a:path h="3588273" w="5471366">
                <a:moveTo>
                  <a:pt x="0" y="0"/>
                </a:moveTo>
                <a:lnTo>
                  <a:pt x="5471366" y="0"/>
                </a:lnTo>
                <a:lnTo>
                  <a:pt x="5471366" y="3588273"/>
                </a:lnTo>
                <a:lnTo>
                  <a:pt x="0" y="35882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6391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648323"/>
            <a:ext cx="7465616" cy="4990354"/>
          </a:xfrm>
          <a:custGeom>
            <a:avLst/>
            <a:gdLst/>
            <a:ahLst/>
            <a:cxnLst/>
            <a:rect r="r" b="b" t="t" l="l"/>
            <a:pathLst>
              <a:path h="4990354" w="7465616">
                <a:moveTo>
                  <a:pt x="0" y="0"/>
                </a:moveTo>
                <a:lnTo>
                  <a:pt x="7465616" y="0"/>
                </a:lnTo>
                <a:lnTo>
                  <a:pt x="7465616" y="4990354"/>
                </a:lnTo>
                <a:lnTo>
                  <a:pt x="0" y="49903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92500" y="2167289"/>
            <a:ext cx="6615580" cy="6513353"/>
          </a:xfrm>
          <a:custGeom>
            <a:avLst/>
            <a:gdLst/>
            <a:ahLst/>
            <a:cxnLst/>
            <a:rect r="r" b="b" t="t" l="l"/>
            <a:pathLst>
              <a:path h="6513353" w="6615580">
                <a:moveTo>
                  <a:pt x="0" y="0"/>
                </a:moveTo>
                <a:lnTo>
                  <a:pt x="6615580" y="0"/>
                </a:lnTo>
                <a:lnTo>
                  <a:pt x="6615580" y="6513353"/>
                </a:lnTo>
                <a:lnTo>
                  <a:pt x="0" y="6513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280466" y="312621"/>
            <a:ext cx="14778287" cy="1279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08"/>
              </a:lnSpc>
            </a:pPr>
            <a:r>
              <a:rPr lang="en-US" sz="7434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GitHub</a:t>
            </a:r>
            <a:r>
              <a:rPr lang="en-US" b="true" sz="74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Repository Evidence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0027" y="2318245"/>
            <a:ext cx="14687946" cy="6940055"/>
          </a:xfrm>
          <a:custGeom>
            <a:avLst/>
            <a:gdLst/>
            <a:ahLst/>
            <a:cxnLst/>
            <a:rect r="r" b="b" t="t" l="l"/>
            <a:pathLst>
              <a:path h="6940055" w="14687946">
                <a:moveTo>
                  <a:pt x="0" y="0"/>
                </a:moveTo>
                <a:lnTo>
                  <a:pt x="14687946" y="0"/>
                </a:lnTo>
                <a:lnTo>
                  <a:pt x="14687946" y="6940055"/>
                </a:lnTo>
                <a:lnTo>
                  <a:pt x="0" y="69400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533875" y="19671"/>
            <a:ext cx="8758996" cy="2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81"/>
              </a:lnSpc>
            </a:pPr>
            <a:r>
              <a:rPr lang="en-US" b="true" sz="6629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 Development</a:t>
            </a:r>
          </a:p>
          <a:p>
            <a:pPr algn="ctr">
              <a:lnSpc>
                <a:spcPts val="9281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72224" y="1222004"/>
            <a:ext cx="4990559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LANDING PAGE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88935" y="2701866"/>
            <a:ext cx="13084230" cy="5822482"/>
          </a:xfrm>
          <a:custGeom>
            <a:avLst/>
            <a:gdLst/>
            <a:ahLst/>
            <a:cxnLst/>
            <a:rect r="r" b="b" t="t" l="l"/>
            <a:pathLst>
              <a:path h="5822482" w="13084230">
                <a:moveTo>
                  <a:pt x="0" y="0"/>
                </a:moveTo>
                <a:lnTo>
                  <a:pt x="13084230" y="0"/>
                </a:lnTo>
                <a:lnTo>
                  <a:pt x="13084230" y="5822482"/>
                </a:lnTo>
                <a:lnTo>
                  <a:pt x="0" y="5822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95508" y="496589"/>
            <a:ext cx="5454473" cy="1216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08"/>
              </a:lnSpc>
            </a:pPr>
            <a:r>
              <a:rPr lang="en-US" sz="707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 PAGE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21125" y="2621683"/>
            <a:ext cx="14045750" cy="6636617"/>
          </a:xfrm>
          <a:custGeom>
            <a:avLst/>
            <a:gdLst/>
            <a:ahLst/>
            <a:cxnLst/>
            <a:rect r="r" b="b" t="t" l="l"/>
            <a:pathLst>
              <a:path h="6636617" w="14045750">
                <a:moveTo>
                  <a:pt x="0" y="0"/>
                </a:moveTo>
                <a:lnTo>
                  <a:pt x="14045750" y="0"/>
                </a:lnTo>
                <a:lnTo>
                  <a:pt x="14045750" y="6636617"/>
                </a:lnTo>
                <a:lnTo>
                  <a:pt x="0" y="66366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8864" y="465718"/>
            <a:ext cx="6018689" cy="1260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18"/>
              </a:lnSpc>
            </a:pPr>
            <a:r>
              <a:rPr lang="en-US" sz="737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03587" y="1931791"/>
            <a:ext cx="8970647" cy="5755592"/>
          </a:xfrm>
          <a:custGeom>
            <a:avLst/>
            <a:gdLst/>
            <a:ahLst/>
            <a:cxnLst/>
            <a:rect r="r" b="b" t="t" l="l"/>
            <a:pathLst>
              <a:path h="5755592" w="8970647">
                <a:moveTo>
                  <a:pt x="0" y="0"/>
                </a:moveTo>
                <a:lnTo>
                  <a:pt x="8970647" y="0"/>
                </a:lnTo>
                <a:lnTo>
                  <a:pt x="8970647" y="5755592"/>
                </a:lnTo>
                <a:lnTo>
                  <a:pt x="0" y="57555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389" t="0" r="-1886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68211" y="2445997"/>
            <a:ext cx="7190710" cy="5241386"/>
          </a:xfrm>
          <a:custGeom>
            <a:avLst/>
            <a:gdLst/>
            <a:ahLst/>
            <a:cxnLst/>
            <a:rect r="r" b="b" t="t" l="l"/>
            <a:pathLst>
              <a:path h="5241386" w="7190710">
                <a:moveTo>
                  <a:pt x="0" y="0"/>
                </a:moveTo>
                <a:lnTo>
                  <a:pt x="7190710" y="0"/>
                </a:lnTo>
                <a:lnTo>
                  <a:pt x="7190710" y="5241386"/>
                </a:lnTo>
                <a:lnTo>
                  <a:pt x="0" y="52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7890" y="2482687"/>
            <a:ext cx="9144000" cy="5562942"/>
          </a:xfrm>
          <a:custGeom>
            <a:avLst/>
            <a:gdLst/>
            <a:ahLst/>
            <a:cxnLst/>
            <a:rect r="r" b="b" t="t" l="l"/>
            <a:pathLst>
              <a:path h="5562942" w="9144000">
                <a:moveTo>
                  <a:pt x="0" y="0"/>
                </a:moveTo>
                <a:lnTo>
                  <a:pt x="9144000" y="0"/>
                </a:lnTo>
                <a:lnTo>
                  <a:pt x="9144000" y="5562942"/>
                </a:lnTo>
                <a:lnTo>
                  <a:pt x="0" y="55629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337890" y="264661"/>
            <a:ext cx="7806110" cy="1375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3"/>
              </a:lnSpc>
            </a:pPr>
            <a:r>
              <a:rPr lang="en-US" sz="8066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COMPANION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12329" y="1573545"/>
            <a:ext cx="6472084" cy="6472084"/>
          </a:xfrm>
          <a:custGeom>
            <a:avLst/>
            <a:gdLst/>
            <a:ahLst/>
            <a:cxnLst/>
            <a:rect r="r" b="b" t="t" l="l"/>
            <a:pathLst>
              <a:path h="6472084" w="6472084">
                <a:moveTo>
                  <a:pt x="0" y="0"/>
                </a:moveTo>
                <a:lnTo>
                  <a:pt x="6472084" y="0"/>
                </a:lnTo>
                <a:lnTo>
                  <a:pt x="6472084" y="6472084"/>
                </a:lnTo>
                <a:lnTo>
                  <a:pt x="0" y="6472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5962" y="1565881"/>
            <a:ext cx="13411463" cy="6975988"/>
          </a:xfrm>
          <a:custGeom>
            <a:avLst/>
            <a:gdLst/>
            <a:ahLst/>
            <a:cxnLst/>
            <a:rect r="r" b="b" t="t" l="l"/>
            <a:pathLst>
              <a:path h="6975988" w="13411463">
                <a:moveTo>
                  <a:pt x="0" y="0"/>
                </a:moveTo>
                <a:lnTo>
                  <a:pt x="13411463" y="0"/>
                </a:lnTo>
                <a:lnTo>
                  <a:pt x="13411463" y="6975987"/>
                </a:lnTo>
                <a:lnTo>
                  <a:pt x="0" y="69759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78375" y="1888458"/>
            <a:ext cx="8931250" cy="6510084"/>
          </a:xfrm>
          <a:custGeom>
            <a:avLst/>
            <a:gdLst/>
            <a:ahLst/>
            <a:cxnLst/>
            <a:rect r="r" b="b" t="t" l="l"/>
            <a:pathLst>
              <a:path h="6510084" w="8931250">
                <a:moveTo>
                  <a:pt x="0" y="0"/>
                </a:moveTo>
                <a:lnTo>
                  <a:pt x="8931250" y="0"/>
                </a:lnTo>
                <a:lnTo>
                  <a:pt x="8931250" y="6510084"/>
                </a:lnTo>
                <a:lnTo>
                  <a:pt x="0" y="65100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67914" y="1601682"/>
            <a:ext cx="3889403" cy="8229600"/>
          </a:xfrm>
          <a:custGeom>
            <a:avLst/>
            <a:gdLst/>
            <a:ahLst/>
            <a:cxnLst/>
            <a:rect r="r" b="b" t="t" l="l"/>
            <a:pathLst>
              <a:path h="8229600" w="3889403">
                <a:moveTo>
                  <a:pt x="0" y="0"/>
                </a:moveTo>
                <a:lnTo>
                  <a:pt x="3889404" y="0"/>
                </a:lnTo>
                <a:lnTo>
                  <a:pt x="38894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43125" y="1601682"/>
            <a:ext cx="5852893" cy="8013603"/>
          </a:xfrm>
          <a:custGeom>
            <a:avLst/>
            <a:gdLst/>
            <a:ahLst/>
            <a:cxnLst/>
            <a:rect r="r" b="b" t="t" l="l"/>
            <a:pathLst>
              <a:path h="8013603" w="5852893">
                <a:moveTo>
                  <a:pt x="0" y="0"/>
                </a:moveTo>
                <a:lnTo>
                  <a:pt x="5852893" y="0"/>
                </a:lnTo>
                <a:lnTo>
                  <a:pt x="5852893" y="8013603"/>
                </a:lnTo>
                <a:lnTo>
                  <a:pt x="0" y="80136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3279" t="0" r="-11897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8989" y="2100607"/>
            <a:ext cx="9418676" cy="5593180"/>
          </a:xfrm>
          <a:custGeom>
            <a:avLst/>
            <a:gdLst/>
            <a:ahLst/>
            <a:cxnLst/>
            <a:rect r="r" b="b" t="t" l="l"/>
            <a:pathLst>
              <a:path h="5593180" w="9418676">
                <a:moveTo>
                  <a:pt x="0" y="0"/>
                </a:moveTo>
                <a:lnTo>
                  <a:pt x="9418676" y="0"/>
                </a:lnTo>
                <a:lnTo>
                  <a:pt x="9418676" y="5593180"/>
                </a:lnTo>
                <a:lnTo>
                  <a:pt x="0" y="55931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68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20724" y="2737358"/>
            <a:ext cx="11358714" cy="2875624"/>
          </a:xfrm>
          <a:custGeom>
            <a:avLst/>
            <a:gdLst/>
            <a:ahLst/>
            <a:cxnLst/>
            <a:rect r="r" b="b" t="t" l="l"/>
            <a:pathLst>
              <a:path h="2875624" w="11358714">
                <a:moveTo>
                  <a:pt x="0" y="0"/>
                </a:moveTo>
                <a:lnTo>
                  <a:pt x="11358714" y="0"/>
                </a:lnTo>
                <a:lnTo>
                  <a:pt x="11358714" y="2875624"/>
                </a:lnTo>
                <a:lnTo>
                  <a:pt x="0" y="2875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104" y="2089567"/>
            <a:ext cx="8205329" cy="5697150"/>
          </a:xfrm>
          <a:custGeom>
            <a:avLst/>
            <a:gdLst/>
            <a:ahLst/>
            <a:cxnLst/>
            <a:rect r="r" b="b" t="t" l="l"/>
            <a:pathLst>
              <a:path h="5697150" w="8205329">
                <a:moveTo>
                  <a:pt x="0" y="0"/>
                </a:moveTo>
                <a:lnTo>
                  <a:pt x="8205328" y="0"/>
                </a:lnTo>
                <a:lnTo>
                  <a:pt x="820532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5432" y="2500284"/>
            <a:ext cx="9812568" cy="4712797"/>
          </a:xfrm>
          <a:custGeom>
            <a:avLst/>
            <a:gdLst/>
            <a:ahLst/>
            <a:cxnLst/>
            <a:rect r="r" b="b" t="t" l="l"/>
            <a:pathLst>
              <a:path h="4712797" w="9812568">
                <a:moveTo>
                  <a:pt x="0" y="0"/>
                </a:moveTo>
                <a:lnTo>
                  <a:pt x="9812568" y="0"/>
                </a:lnTo>
                <a:lnTo>
                  <a:pt x="9812568" y="4712796"/>
                </a:lnTo>
                <a:lnTo>
                  <a:pt x="0" y="4712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0104" y="2089567"/>
            <a:ext cx="8205329" cy="5697150"/>
          </a:xfrm>
          <a:custGeom>
            <a:avLst/>
            <a:gdLst/>
            <a:ahLst/>
            <a:cxnLst/>
            <a:rect r="r" b="b" t="t" l="l"/>
            <a:pathLst>
              <a:path h="5697150" w="8205329">
                <a:moveTo>
                  <a:pt x="0" y="0"/>
                </a:moveTo>
                <a:lnTo>
                  <a:pt x="8205328" y="0"/>
                </a:lnTo>
                <a:lnTo>
                  <a:pt x="8205328" y="5697149"/>
                </a:lnTo>
                <a:lnTo>
                  <a:pt x="0" y="56971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475432" y="2500284"/>
            <a:ext cx="9812568" cy="4712797"/>
          </a:xfrm>
          <a:custGeom>
            <a:avLst/>
            <a:gdLst/>
            <a:ahLst/>
            <a:cxnLst/>
            <a:rect r="r" b="b" t="t" l="l"/>
            <a:pathLst>
              <a:path h="4712797" w="9812568">
                <a:moveTo>
                  <a:pt x="0" y="0"/>
                </a:moveTo>
                <a:lnTo>
                  <a:pt x="9812568" y="0"/>
                </a:lnTo>
                <a:lnTo>
                  <a:pt x="9812568" y="4712796"/>
                </a:lnTo>
                <a:lnTo>
                  <a:pt x="0" y="4712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8995" y="2327960"/>
            <a:ext cx="7192839" cy="6281304"/>
          </a:xfrm>
          <a:custGeom>
            <a:avLst/>
            <a:gdLst/>
            <a:ahLst/>
            <a:cxnLst/>
            <a:rect r="r" b="b" t="t" l="l"/>
            <a:pathLst>
              <a:path h="6281304" w="7192839">
                <a:moveTo>
                  <a:pt x="0" y="0"/>
                </a:moveTo>
                <a:lnTo>
                  <a:pt x="7192839" y="0"/>
                </a:lnTo>
                <a:lnTo>
                  <a:pt x="7192839" y="6281305"/>
                </a:lnTo>
                <a:lnTo>
                  <a:pt x="0" y="6281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791329" y="1896861"/>
            <a:ext cx="6574391" cy="3417882"/>
          </a:xfrm>
          <a:custGeom>
            <a:avLst/>
            <a:gdLst/>
            <a:ahLst/>
            <a:cxnLst/>
            <a:rect r="r" b="b" t="t" l="l"/>
            <a:pathLst>
              <a:path h="3417882" w="6574391">
                <a:moveTo>
                  <a:pt x="0" y="0"/>
                </a:moveTo>
                <a:lnTo>
                  <a:pt x="6574391" y="0"/>
                </a:lnTo>
                <a:lnTo>
                  <a:pt x="6574391" y="3417882"/>
                </a:lnTo>
                <a:lnTo>
                  <a:pt x="0" y="34178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21399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13529" y="5788139"/>
            <a:ext cx="7329992" cy="3352415"/>
          </a:xfrm>
          <a:custGeom>
            <a:avLst/>
            <a:gdLst/>
            <a:ahLst/>
            <a:cxnLst/>
            <a:rect r="r" b="b" t="t" l="l"/>
            <a:pathLst>
              <a:path h="3352415" w="7329992">
                <a:moveTo>
                  <a:pt x="0" y="0"/>
                </a:moveTo>
                <a:lnTo>
                  <a:pt x="7329991" y="0"/>
                </a:lnTo>
                <a:lnTo>
                  <a:pt x="7329991" y="3352415"/>
                </a:lnTo>
                <a:lnTo>
                  <a:pt x="0" y="33524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9583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76857"/>
            <a:ext cx="6945045" cy="6133287"/>
          </a:xfrm>
          <a:custGeom>
            <a:avLst/>
            <a:gdLst/>
            <a:ahLst/>
            <a:cxnLst/>
            <a:rect r="r" b="b" t="t" l="l"/>
            <a:pathLst>
              <a:path h="6133287" w="6945045">
                <a:moveTo>
                  <a:pt x="0" y="0"/>
                </a:moveTo>
                <a:lnTo>
                  <a:pt x="6945045" y="0"/>
                </a:lnTo>
                <a:lnTo>
                  <a:pt x="6945045" y="6133286"/>
                </a:lnTo>
                <a:lnTo>
                  <a:pt x="0" y="61332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3587" y="83392"/>
            <a:ext cx="14996494" cy="1232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46"/>
              </a:lnSpc>
            </a:pPr>
            <a:r>
              <a:rPr lang="en-US" sz="7247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Survey</a:t>
            </a:r>
            <a:r>
              <a:rPr lang="en-US" b="true" sz="7247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Questionnaire Evidence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510737" y="2325112"/>
            <a:ext cx="7624285" cy="6248029"/>
          </a:xfrm>
          <a:custGeom>
            <a:avLst/>
            <a:gdLst/>
            <a:ahLst/>
            <a:cxnLst/>
            <a:rect r="r" b="b" t="t" l="l"/>
            <a:pathLst>
              <a:path h="6248029" w="7624285">
                <a:moveTo>
                  <a:pt x="0" y="0"/>
                </a:moveTo>
                <a:lnTo>
                  <a:pt x="7624285" y="0"/>
                </a:lnTo>
                <a:lnTo>
                  <a:pt x="7624285" y="6248029"/>
                </a:lnTo>
                <a:lnTo>
                  <a:pt x="0" y="6248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28750" y="0"/>
            <a:ext cx="15430500" cy="10287000"/>
          </a:xfrm>
          <a:custGeom>
            <a:avLst/>
            <a:gdLst/>
            <a:ahLst/>
            <a:cxnLst/>
            <a:rect r="r" b="b" t="t" l="l"/>
            <a:pathLst>
              <a:path h="10287000" w="15430500">
                <a:moveTo>
                  <a:pt x="0" y="0"/>
                </a:moveTo>
                <a:lnTo>
                  <a:pt x="15430500" y="0"/>
                </a:lnTo>
                <a:lnTo>
                  <a:pt x="15430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DAHSd5cyNbg</dc:identifier>
  <dcterms:modified xsi:type="dcterms:W3CDTF">2011-08-01T06:04:30Z</dcterms:modified>
  <cp:revision>1</cp:revision>
  <dc:title>University Counselling Cell</dc:title>
</cp:coreProperties>
</file>